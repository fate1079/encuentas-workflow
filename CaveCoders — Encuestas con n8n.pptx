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Erick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Erick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Sebas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Sebas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Peña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Peña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Andrés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Andrés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Diego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Diego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Erick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623020" y="882650"/>
            <a:ext cx="449074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623020" y="1690291"/>
            <a:ext cx="9756180" cy="435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623020" y="882650"/>
            <a:ext cx="449074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623020" y="1690291"/>
            <a:ext cx="9756180" cy="435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forms.gle/ye4EJb5R69Q3b6TY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846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CAVECODERS · n8n · EAM 2026-II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05360"/>
            <a:ext cx="10883392" cy="1869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0" i="0" dirty="0">
                <a:solidFill>
                  <a:srgbClr val="F3ED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Sistema Automatizado de Gestión, Calificación y Retroalimentación de Encuestas Académicas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50334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Erick Bolívar · Andrés García · Diego Muñoz · Sebastian Muñoz · Johan Peña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341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60513" y="882650"/>
            <a:ext cx="49649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Problema y contexto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6860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encuestas técnicas sobre lenguajes de programación se evaluaban con procesos manuales y formularios desconectados.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57482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78755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Cuellos de botella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114800" y="278755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manual de cada respuesta.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28979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50252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retroalimentación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14800" y="350252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no recibe una recomendación inmediata.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400476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421749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frágiles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114800" y="421749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transcripción y sin base de datos estructurada.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28424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23020" y="882650"/>
            <a:ext cx="609826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Manual vs. automatizado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1716385"/>
            <a:ext cx="10547350" cy="1095970"/>
          </a:xfrm>
          <a:prstGeom prst="roundRect">
            <a:avLst>
              <a:gd name="adj" fmla="val 13036"/>
            </a:avLst>
          </a:prstGeom>
          <a:noFill/>
          <a:ln w="19050">
            <a:solidFill>
              <a:srgbClr val="C9B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5850" y="1979910"/>
            <a:ext cx="23545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25850" y="1979910"/>
            <a:ext cx="770470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→ calificación uno a uno → registro en tablas locales → errores y demoras.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3025080"/>
            <a:ext cx="10566400" cy="1076920"/>
          </a:xfrm>
          <a:prstGeom prst="roundRect">
            <a:avLst>
              <a:gd name="adj" fmla="val 14151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279080"/>
            <a:ext cx="23545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B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06800" y="3279080"/>
            <a:ext cx="77439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 → Webhook → n8n (calificación) → Subworkflow de feedback → Supabase.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2735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22127" y="882650"/>
            <a:ext cx="439162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Objetivo y alcance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06860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la captura, evaluación, retroalimentación y almacenamiento de encuestas sobre lenguajes de programación.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565301"/>
            <a:ext cx="5181600" cy="3276699"/>
          </a:xfrm>
          <a:prstGeom prst="roundRect">
            <a:avLst>
              <a:gd name="adj" fmla="val 4651"/>
            </a:avLst>
          </a:prstGeom>
          <a:solidFill>
            <a:srgbClr val="E2F1EE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819301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entregado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6800" y="3210421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web, webhook en tiempo real, calificación por palabras clave, enrutamiento por categorías, subworkflow de feedback y persistencia en Supabase.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7600" y="2565301"/>
            <a:ext cx="5181600" cy="3276699"/>
          </a:xfrm>
          <a:prstGeom prst="roundRect">
            <a:avLst>
              <a:gd name="adj" fmla="val 4651"/>
            </a:avLst>
          </a:prstGeom>
          <a:solidFill>
            <a:srgbClr val="F3E3D6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2819301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alcance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51600" y="3210421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Pasarelas de pago, envío masivo de correos y despliegue en la nube 24/7.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104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33538" y="882650"/>
            <a:ext cx="27526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3ED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Ecosistema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06860"/>
            <a:ext cx="5181600" cy="1965920"/>
          </a:xfrm>
          <a:prstGeom prst="roundRect">
            <a:avLst>
              <a:gd name="adj" fmla="val 7752"/>
            </a:avLst>
          </a:prstGeom>
          <a:solidFill>
            <a:srgbClr val="174A45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 + Apps Script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800" y="2351980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del usuario y disparo del evento.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706860"/>
            <a:ext cx="5181600" cy="1965920"/>
          </a:xfrm>
          <a:prstGeom prst="roundRect">
            <a:avLst>
              <a:gd name="adj" fmla="val 7752"/>
            </a:avLst>
          </a:prstGeom>
          <a:solidFill>
            <a:srgbClr val="174A45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1600" y="2351980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el n8n local a internet de forma segura.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875980"/>
            <a:ext cx="5181600" cy="1966020"/>
          </a:xfrm>
          <a:prstGeom prst="roundRect">
            <a:avLst>
              <a:gd name="adj" fmla="val 7752"/>
            </a:avLst>
          </a:prstGeom>
          <a:solidFill>
            <a:srgbClr val="174A45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12998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66800" y="4521101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 la lógica de negocio y los flujos modulares.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7600" y="3875980"/>
            <a:ext cx="5181600" cy="1966020"/>
          </a:xfrm>
          <a:prstGeom prst="roundRect">
            <a:avLst>
              <a:gd name="adj" fmla="val 7752"/>
            </a:avLst>
          </a:prstGeom>
          <a:solidFill>
            <a:srgbClr val="174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412998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51600" y="4521101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respuestas, identificadores y feedback.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1342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10519" y="882650"/>
            <a:ext cx="747283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Recorrido de un caso completo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16385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29110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Captura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0" y="1929110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elige su lenguaje (ej. Python) y responde las preguntas técnicas.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431355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44080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Disparo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0" y="2644080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Script envía un POST con JSON al webhook de n8n.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14632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35905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Calificación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14800" y="335905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estandariza el texto, califica por palabras clave y guarda el registro inicial.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386129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07402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Feedback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114800" y="407402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subworkflow genera la recomendación según la nota y actualiza Supabase.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02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32843" y="882650"/>
            <a:ext cx="538888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Integraciones técnicas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16385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29110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+ Apps Script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0" y="1929110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POST con payload JSON: datos del usuario y respuestas.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431355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44080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de n8n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0" y="2644080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Fields (limpieza), Switch (categorías) e If (detractores con NPS ≤ 6).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146326"/>
            <a:ext cx="105664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359051"/>
            <a:ext cx="31394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API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14800" y="3359051"/>
            <a:ext cx="74823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y Update en las tablas Usuario y respuestas_encuesta.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8877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89980" y="882650"/>
            <a:ext cx="642270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3ED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Arquitectura de workflows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06860"/>
            <a:ext cx="5181600" cy="4135140"/>
          </a:xfrm>
          <a:prstGeom prst="roundRect">
            <a:avLst>
              <a:gd name="adj" fmla="val 3685"/>
            </a:avLst>
          </a:prstGeom>
          <a:solidFill>
            <a:srgbClr val="174A45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0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800" y="2351980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entrada, limpieza de variables, evaluación condicional y guardado inicial.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706860"/>
            <a:ext cx="5181600" cy="4135140"/>
          </a:xfrm>
          <a:prstGeom prst="roundRect">
            <a:avLst>
              <a:gd name="adj" fmla="val 3685"/>
            </a:avLst>
          </a:prstGeom>
          <a:solidFill>
            <a:srgbClr val="F08A6B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Subworkflow_Feedback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1600" y="2351980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3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Invocado con Execute Workflow. Recibe el ID y los aciertos, genera la recomendación y actualiza Supabase.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5580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45841" y="882650"/>
            <a:ext cx="740961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Errores y lecciones aprendidas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06860"/>
            <a:ext cx="5181600" cy="4135140"/>
          </a:xfrm>
          <a:prstGeom prst="roundRect">
            <a:avLst>
              <a:gd name="adj" fmla="val 3685"/>
            </a:avLst>
          </a:prstGeom>
          <a:solidFill>
            <a:srgbClr val="E2F1E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errores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6800" y="2351980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campos obligatorios y filtrado por ID único para evitar duplicados en reintentos.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706860"/>
            <a:ext cx="5181600" cy="4135140"/>
          </a:xfrm>
          <a:prstGeom prst="roundRect">
            <a:avLst>
              <a:gd name="adj" fmla="val 3685"/>
            </a:avLst>
          </a:prstGeom>
          <a:solidFill>
            <a:srgbClr val="F3E3D6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960860"/>
            <a:ext cx="481380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superados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1600" y="2351980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 para conectar Apps Script con n8n local, y migración a subworkflows sin alterar el flujo principal.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09213" y="6238280"/>
            <a:ext cx="443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02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32843" y="882650"/>
            <a:ext cx="500907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Pruebas y resultados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25910"/>
            <a:ext cx="3386634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199896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5500" b="1" dirty="0">
                <a:solidFill>
                  <a:srgbClr val="0F76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5/5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1066800" y="2837160"/>
            <a:ext cx="296499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exitoso: flujo completo en verde y mensaje pedagógico en retroalimentacion_ia.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34" y="1725910"/>
            <a:ext cx="3386733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6634" y="1998960"/>
            <a:ext cx="313273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5500" b="1" dirty="0">
                <a:solidFill>
                  <a:srgbClr val="E457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NPS ≤ 6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4656634" y="2837160"/>
            <a:ext cx="296509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detractor: respuestas de baja satisfacción aisladas para atención prioritaria.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2566" y="1725910"/>
            <a:ext cx="3386634" cy="0"/>
          </a:xfrm>
          <a:prstGeom prst="line">
            <a:avLst/>
          </a:prstGeom>
          <a:noFill/>
          <a:ln w="38100">
            <a:solidFill>
              <a:srgbClr val="1B2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6566" y="1998960"/>
            <a:ext cx="296499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Inmediato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6566" y="2710160"/>
            <a:ext cx="296499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 al instante y datos disponibles en la base al enviar.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24381" y="6238280"/>
            <a:ext cx="545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8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67905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Acceso al proyecto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2806105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 en vivo:</a:t>
            </a:r>
            <a:r>
              <a:rPr lang="en-US" sz="17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u="sng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forms.gle/ye4EJb5R69Q3b6TY7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3362325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Repositorio:</a:t>
            </a:r>
            <a:r>
              <a:rPr lang="en-US" sz="170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github.com/Fate1079/Encuentas-Workflow</a:t>
            </a:r>
            <a:endParaRPr lang="en-US" sz="17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3918545"/>
            <a:ext cx="1088339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i="0" dirty="0">
                <a:solidFill>
                  <a:srgbClr val="1B2B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¡Gracias!</a:t>
            </a:r>
            <a:endParaRPr lang="en-US" sz="5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veCoders — Encuestas con n8n (diseño 2)">
  <a:themeElements>
    <a:clrScheme name="CaveCoders — Encuestas con n8n (diseño 2)">
      <a:dk1>
        <a:srgbClr val="1B2B34"/>
      </a:dk1>
      <a:lt1>
        <a:srgbClr val="FBF6EC"/>
      </a:lt1>
      <a:dk2>
        <a:srgbClr val="535E62"/>
      </a:dk2>
      <a:lt2>
        <a:srgbClr val="E5E2DA"/>
      </a:lt2>
      <a:accent1>
        <a:srgbClr val="E4572E"/>
      </a:accent1>
      <a:accent2>
        <a:srgbClr val="0F766E"/>
      </a:accent2>
      <a:accent3>
        <a:srgbClr val="F08A6B"/>
      </a:accent3>
      <a:accent4>
        <a:srgbClr val="174A45"/>
      </a:accent4>
      <a:accent5>
        <a:srgbClr val="6A7179"/>
      </a:accent5>
      <a:accent6>
        <a:srgbClr val="E2F1EE"/>
      </a:accent6>
      <a:hlink>
        <a:srgbClr val="0563C1"/>
      </a:hlink>
      <a:folHlink>
        <a:srgbClr val="954F72"/>
      </a:folHlink>
    </a:clrScheme>
    <a:fontScheme name="CaveCoders — Encuestas con n8n (diseño 2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CaveCoders — Encuestas con n8n (diseño 2)</dc:title>
  <dc:subject/>
  <dc:creator/>
  <cp:lastModifiedBy/>
  <cp:revision>1</cp:revision>
  <dcterms:created xsi:type="dcterms:W3CDTF">2026-10-26T00:59:59Z</dcterms:created>
  <dcterms:modified xsi:type="dcterms:W3CDTF">2026-10-26T00:59:59Z</dcterms:modified>
</cp:coreProperties>
</file>